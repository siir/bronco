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589CF5"/>
                </a:solidFill>
                <a:latin typeface="Calibri"/>
              </a:defRPr>
            </a:pPr>
            <a:r>
              <a:t>Round Claw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AI-augmented database &amp; software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TypeScript  ·  pnpm monorepo  ·  Docker Compose  ·  PostgreSQL  ·  BullMQ  ·  Prisma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 is Round Claw?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Single-operator platform for managing client database systems &amp; software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Manages client database systems (Azure SQL Managed Instances, on-prem SQL Server)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Triages tickets across: DB performance, bug fixes, features, code reviews, architecture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Ingests work from: Email (IMAP), Azure DevOps work items, manual API/UI, scheduled jobs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AI-powered analysis: Local Ollama for fast triage, Claude API for deep reasoning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Automated issue resolution: Claude generates code fixes and pushes to feature branches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YouTube scheduler: Automates weekly worship service live stream setup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CCCCCC"/>
                </a:solidFill>
                <a:latin typeface="Calibri"/>
              </a:rPr>
              <a:t>•  Control panel: Angular SPA behind Caddy reverse proxy (Tailscale access)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High-Level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How the pieces fit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194560"/>
            <a:ext cx="1828800" cy="8229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194560"/>
            <a:ext cx="18288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9E4A"/>
                </a:solidFill>
                <a:latin typeface="Calibri"/>
              </a:defRPr>
            </a:pPr>
            <a:r>
              <a:t>Email (IMAP)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✉ Gmail / IMAP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194560"/>
            <a:ext cx="1828800" cy="8229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2194560"/>
            <a:ext cx="18288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9E4A"/>
                </a:solidFill>
                <a:latin typeface="Calibri"/>
              </a:defRPr>
            </a:pPr>
            <a:r>
              <a:t>Azure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Work items &amp; comments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1828800" cy="8229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194560"/>
            <a:ext cx="18288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9E4A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Issues &amp; repos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2194560"/>
            <a:ext cx="1828800" cy="8229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66560" y="2194560"/>
            <a:ext cx="18288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286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9E4A"/>
                </a:solidFill>
                <a:latin typeface="Calibri"/>
              </a:defRPr>
            </a:pPr>
            <a:r>
              <a:t>Google 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517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.docx bulletins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2194560"/>
            <a:ext cx="2103120" cy="8229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194560"/>
            <a:ext cx="210312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9E4A"/>
                </a:solidFill>
                <a:latin typeface="Calibri"/>
              </a:defRPr>
            </a:pPr>
            <a:r>
              <a:t>Client SQL Servers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651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Azure SQL MI / on-prem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05840" y="3063240"/>
            <a:ext cx="228600" cy="320040"/>
          </a:xfrm>
          <a:prstGeom prst="downArrow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3108960" y="3063240"/>
            <a:ext cx="228600" cy="320040"/>
          </a:xfrm>
          <a:prstGeom prst="downArrow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5303520" y="3063240"/>
            <a:ext cx="228600" cy="320040"/>
          </a:xfrm>
          <a:prstGeom prst="downArrow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7498079" y="3063240"/>
            <a:ext cx="228600" cy="320040"/>
          </a:xfrm>
          <a:prstGeom prst="downArrow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4320" y="3474720"/>
            <a:ext cx="18288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3474720"/>
            <a:ext cx="182880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Calibri"/>
              </a:defRPr>
            </a:pPr>
            <a:r>
              <a:t>imap-worker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Polls IMAP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Creates tickets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Threads emails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3474720"/>
            <a:ext cx="18288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3474720"/>
            <a:ext cx="182880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Calibri"/>
              </a:defRPr>
            </a:pPr>
            <a:r>
              <a:t>devops-worker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Polls Azure DevOps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AI conversations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Plan execution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0" y="3474720"/>
            <a:ext cx="18288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474720"/>
            <a:ext cx="182880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0916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Calibri"/>
              </a:defRPr>
            </a:pPr>
            <a:r>
              <a:t>issue-resolver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Clones repos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Claude code gen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Push to branch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66560" y="3474720"/>
            <a:ext cx="18288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3474720"/>
            <a:ext cx="182880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0" y="3566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CB77"/>
                </a:solidFill>
                <a:latin typeface="Calibri"/>
              </a:defRPr>
            </a:pPr>
            <a:r>
              <a:t>yt-scheduler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393192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Bulletin → PDF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Gen thumbnail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Schedule stream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474720"/>
            <a:ext cx="210312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61120" y="3474720"/>
            <a:ext cx="2103120" cy="508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9828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MCP DB Server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Azure App Service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SQL tools (MCP)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Pool manager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9829800" y="3063240"/>
            <a:ext cx="228600" cy="320040"/>
          </a:xfrm>
          <a:prstGeom prst="downArrow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own Arrow 48"/>
          <p:cNvSpPr/>
          <p:nvPr/>
        </p:nvSpPr>
        <p:spPr>
          <a:xfrm>
            <a:off x="1005840" y="4617720"/>
            <a:ext cx="228600" cy="320040"/>
          </a:xfrm>
          <a:prstGeom prst="downArrow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3108960" y="4617720"/>
            <a:ext cx="228600" cy="320040"/>
          </a:xfrm>
          <a:prstGeom prst="downArrow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own Arrow 50"/>
          <p:cNvSpPr/>
          <p:nvPr/>
        </p:nvSpPr>
        <p:spPr>
          <a:xfrm>
            <a:off x="5303520" y="4617720"/>
            <a:ext cx="228600" cy="320040"/>
          </a:xfrm>
          <a:prstGeom prst="downArrow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4320" y="5029200"/>
            <a:ext cx="3017520" cy="13716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5029200"/>
            <a:ext cx="301752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9CF5"/>
                </a:solidFill>
                <a:latin typeface="Calibri"/>
              </a:defRPr>
            </a:pPr>
            <a:r>
              <a:t>copilot-api (Fastify)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54864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REST API  ·  Port 3000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Ticket CRUD  ·  BullMQ producer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Auth (JWT + API key)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66160" y="5029200"/>
            <a:ext cx="2103120" cy="13716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66160" y="5029200"/>
            <a:ext cx="210312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332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BFA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03320" y="54864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Control plane DB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Prisma ORM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Tickets, clients, events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0" y="5029200"/>
            <a:ext cx="1828800" cy="13716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5029200"/>
            <a:ext cx="1828800" cy="50800"/>
          </a:xfrm>
          <a:prstGeom prst="rect">
            <a:avLst/>
          </a:prstGeom>
          <a:solidFill>
            <a:srgbClr val="F06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6565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5486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BullMQ job queues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Worker coordination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0" y="5029200"/>
            <a:ext cx="1828800" cy="13716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6720" y="5029200"/>
            <a:ext cx="182880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8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BFA"/>
                </a:solidFill>
                <a:latin typeface="Calibri"/>
              </a:defRPr>
            </a:pPr>
            <a:r>
              <a:t>Ollama (Mac mini)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80" y="5486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Local LLM inference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Triage, classify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Summarize, draft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49840" y="5029200"/>
            <a:ext cx="1737360" cy="13716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49840" y="5029200"/>
            <a:ext cx="173736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287000" y="5120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38BFA"/>
                </a:solidFill>
                <a:latin typeface="Calibri"/>
              </a:defRPr>
            </a:pPr>
            <a:r>
              <a:t>Claude API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87000" y="54864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Deep analysis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Code generation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Architecture review</a:t>
            </a:r>
          </a:p>
        </p:txBody>
      </p:sp>
      <p:sp>
        <p:nvSpPr>
          <p:cNvPr id="72" name="Down Arrow 71"/>
          <p:cNvSpPr/>
          <p:nvPr/>
        </p:nvSpPr>
        <p:spPr>
          <a:xfrm>
            <a:off x="4480560" y="4617720"/>
            <a:ext cx="228600" cy="320040"/>
          </a:xfrm>
          <a:prstGeom prst="downArrow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Monorepo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pnpm workspaces  ·  TypeScript throughout  ·  ESM imports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3474720" cy="38404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347472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packages/  (shared libraries)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shared-types ─ enums, interfaces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const object + type pattern (no TS enums)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TicketStatus, Priority, TaskType, etc.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shared-utils ─ logging, config, crypto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createLogger(name) → Pino to stderr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loadConfig(zodSchema) → env validation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encrypt/decrypt (AES-256-GCM) for credentials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AppLogger → structured logs to Postgres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db ─ Prisma ORM + migrations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schema.prisma defines all models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ensureClientUser() auto-provisions users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ai-provider ─ AI routing layer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AIRouter: Ollama vs Claude routing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OllamaClient / ClaudeClient adapters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3474720" cy="38404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2286000"/>
            <a:ext cx="347472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services/  (deployable apps)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743200"/>
            <a:ext cx="3200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copilot-api ─ Fastify REST API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Ticket, client, system CRUD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BullMQ job producer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imap-worker ─ email ingestion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IMAP polling → ticket creation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devops-worker ─ Azure DevOps sync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Work item polling + AI workflow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issue-resolver ─ auto code fixes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BullMQ worker + Claude + git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youtube-scheduler ─ stream setup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Google Drive + YouTube API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control-panel ─ Angular SPA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Admin UI behind Caddy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youtube-manager ─ YouTube admin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Angular SPA bundled via Caddy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status-monitor ─ health alerts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Polls system status, sends alerts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finance-app ─ personal finance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Angular SPA at /finance/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meal-planner ─ meal planning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Angular SPA at /meals/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286000"/>
            <a:ext cx="347472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3474720" cy="508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mcp-servers/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database ─ MCP database server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Express + MCP SDK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7 SQL tools for client DBs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Runs in Azure App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389120"/>
            <a:ext cx="3474720" cy="17373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389120"/>
            <a:ext cx="347472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4480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E4A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8463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docker-compose.yml ─ all services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Caddyfile ─ reverse proxy config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.github/workflows/ ─ CI/CD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tsconfig.base.json ─ shared TS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PostgreSQL with Prisma ORM  ·  packages/db/prisma/schema.prisma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46888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46888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id, name, shortCode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domainMappings[]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has: contacts, systems,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tickets, codeRepos,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286000"/>
            <a:ext cx="246888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17520" y="2286000"/>
            <a:ext cx="246888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43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clientId, systemId, subject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status: OPEN → CLOSED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priority: LOW → CRITICAL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source: EMAIL | DEVOPS | ...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category: DB_PERF | BUG | ...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has: events[], artifacts[]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286000"/>
            <a:ext cx="246888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60720" y="2286000"/>
            <a:ext cx="246888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TicketEvent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74320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ticketId, eventType, content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actor, metadata (JSON)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emailMessageId (dedup)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emailHash (SHA-256 dedup)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17 event types: COMMENT,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AI_ANALYSIS, CODE_CHANGE...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286000"/>
            <a:ext cx="320040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2286000"/>
            <a:ext cx="3200400" cy="508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System (Client DB)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432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host, port, dbEngine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authMethod: SQL | Windows | AAD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environment: PROD | STAGING | ...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Connection pool config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has: tickets[], findings[],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queryAuditLogs[]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389120"/>
            <a:ext cx="246888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24688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CodeRepo + IssueJob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repoUrl, defaultBranch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branchPrefix (default: claude)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IssueJob: PENDING → COMPLETED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commitSha, filesChanged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389120"/>
            <a:ext cx="246888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0" y="4389120"/>
            <a:ext cx="24688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546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DevOpsSyncState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workItemId, revision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workflowState: idle → completed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planJson (structured steps)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Tracks conversation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389120"/>
            <a:ext cx="246888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4389120"/>
            <a:ext cx="246888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480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Finding + Playbook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484632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DB health findings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severity: LOW → CRITICAL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status: OPEN → RESOLVED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Playbook: remediation guide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4389120"/>
            <a:ext cx="320040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0" y="4389120"/>
            <a:ext cx="320040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PromptOverride + Keyword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Editable AI prompts from UI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scope: APP_WIDE | CLIENT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position: PREPEND | APPEND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Keywords: template placeholders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copilot-api  —  REST API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services/copilot-api  ·  Fastify  ·  Port 3000  ·  The central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Fastify HTTP server with JWT + API key authentication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CRUD endpoints for tickets, clients, systems, contacts, repos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BullMQ job producer — enqueues work for async workers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Proxies to MCP database server for SQL operations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Serves as the API backend for the Angular control panel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•  Health check at GET /api/health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Key routes: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/api/tickets       ─  Ticket CRUD + event append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/api/clients       ─  Client management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/api/systems       ─  Database system registry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/api/repos         ─  Code repository CRUD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/api/issue-jobs    ─  Trigger issue resolution jobs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/api/auth          ─  Login, token refresh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/api/prompt-overrides  ─  AI prompt customisation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2286000"/>
            <a:ext cx="50292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0" y="2286000"/>
            <a:ext cx="502920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377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PostgreSQL (Prisma) · Redis (BullMQ) · Ollama · Claude API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MCP Database Server (HTTP proxy to client SQL Servers)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657600"/>
            <a:ext cx="5029200" cy="109728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3657600"/>
            <a:ext cx="502920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749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JWT tokens (control panel users) + API key header (service-to-service)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User roles: ADMIN, OPERATOR,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029200"/>
            <a:ext cx="5029200" cy="146304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5029200"/>
            <a:ext cx="50292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5120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E4A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5486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Image: ghcr.io/siir/round-claw/copilot-api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Depends on: postgres (healthy), redis (healthy)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Binds: 127.0.0.1:3000, QNAP mount for artifacts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Deployed to Hugo VM via deploy-hugo.yml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imap-worker  —  Email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services/imap-worker  ·  IMAP polling  ·  BullMQ consumer  ·  Automatic ticket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How it works: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1. Polls IMAP mailbox every 60s for new emails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2. Encodes raw email as base64, pushes to BullMQ queue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3. Processor parses email (mailparser)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4. Idempotency: checks Message-ID + SHA-256 hash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5. Threading logic: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a. In-Reply-To / References header matching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   b. Subject line fuzzy match (7-day window)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6. Creates new ticket or appends to existing thread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7. Auto-provisions CLIENT user for known contacts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8. Enqueues new tickets for AI analysis (triage, categorize)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Key detail: Domain-based routing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→  Maps sender email domain to Client.domainMappings[]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CCCCC"/>
                </a:solidFill>
                <a:latin typeface="Calibri"/>
              </a:rPr>
              <a:t>  →  Falls back to _unknown client if no 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530352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Email 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✉  IMAP Server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├─ Poll (every 60s)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BullMQ: email-processing queue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├─ Parse email (simpleParser)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├─ Dedup check (Message-ID + SHA-256)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├─ Match sender → Contact → Client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├─ Thread into existing ticket OR create new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PostgreSQL: Ticket + EMAIL_INBOUND event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BullMQ: analyze-ticket queue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AI: Triage + Categorize (Ollama)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devops-worker  —  Azure DevOps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services/devops-worker  ·  Work item sync  ·  Conversational AI workflow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Polling &amp; Sync: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Polls Azure DevOps REST API (WIQL) every 120s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Incremental sync (tracks revision per work item)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Creates/updates tickets for each work item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Syncs comments bidirectionally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Conversational AI Workflow: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Triggered for items assigned to configured user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Full state machine with 7 states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AI posts questions as DevOps comments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User responds in DevOps → AI processes answers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AI generates structured execution plan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User approves/rejects via DevOps comments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On approval: executes plan, posts results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Intent classification: LLM with regex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2286000"/>
            <a:ext cx="594360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2286000"/>
            <a:ext cx="594360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2377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Workflow State Machine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743200"/>
            <a:ext cx="5669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idle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  New actionable work item detected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analyzing          ─  AI reads the work item &amp; asks questions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questioning         ─  Waiting for user answers in DevOps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                    (max 10 rounds, then force plan)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planning            ─  AI generates structured JSON plan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awaiting_approval   ─  Plan posted; waiting for LGTM/reject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  ┌──────────┘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  │  Rejected → back to questioning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  │  Clarification → answer &amp; stay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executing           ─  AI runs the approved plan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▼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completed           ─  Results posted, ticket resolved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issue-resolver  —  Automated Code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services/issue-resolver  ·  BullMQ worker  ·  Claude API  ·  Git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How it works: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1. Job triggered via POST /api/issue-jobs (ticketId + repoId)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2. Worker picks up job from BullMQ queue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3. Clones or pulls the target repository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4. Gathers file tree + source context (up to 200KB of text files)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5. Sends to Claude with issue description + full codebase context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6. Claude returns JSON: {summary, changes: [{path, action, content}]}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7. Applies changes locally with path traversal protection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8. Commits to {branchPrefix}/{sanitized-slug} branch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9. Pushes to remote (never to protected branches)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10. Creates CODE_CHANGE ticket event with commit SHA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Branch Safety (3 layers):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API: rejects empty/protected branchPrefix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Git: refuses to operate on main/master/develop/release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Format: branch must contain '/' separator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303520" cy="22860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530352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IssueJob Status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PENDING → CLONING → ANALYZING → APPLYING → PUSHING → COMPLETED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On failure at any stage: status = FAILED, error message saved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Each stage updates the job record in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846320"/>
            <a:ext cx="530352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846320"/>
            <a:ext cx="530352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Claude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303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Model: claude-sonnet-4-5 (configurable)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Temperature: 0  (deterministic code generation)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Max tokens: 16,384  (large file output support)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CCCCCC"/>
                </a:solidFill>
                <a:latin typeface="Calibri"/>
              </a:rPr>
              <a:t>Response: validated with Zod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youtube-scheduler  —  Worship Stream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services/youtube-scheduler  ·  Google Drive API  ·  YouTube Data API v3  ·  Sharp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Pipeline (runs Saturday for Sunday service):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1. Find latest .docx bulletin in Google Drive folder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2. Convert to PDF via Drive API (copy as Google Doc → export PDF)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3. Upload PDF back to Drive, share as "anyone with link"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4. Extract theme paragraph from bulletin text (pages 2-3)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5. Generate 1280×720 YouTube thumbnail: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   •  Composites theme text onto template image (Sharp library)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   •  Configurable font, colour, position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6. Schedule YouTube live broadcast at configured day/time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   •  Creates broadcast + live stream + binds them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   •  Returns RTMP stream key for the encoder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7. Upload custom thumbnail to the broadcast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Idempotency: Persists last-scheduled date to JSON state file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Polling: Checks every N hours if it's time to schedule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530352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E4A"/>
                </a:solidFill>
                <a:latin typeface="Calibri"/>
              </a:defRPr>
            </a:pPr>
            <a:r>
              <a:t>Module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index.ts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Orchestrator, scheduling logic, config (Zod)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Timezone-aware date computation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bulletin-reader.ts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Drive API: find .docx, copy → Google Doc → PDF export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Upload PDF, set sharing permissions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theme-extractor.ts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Regex-based extraction from bulletin text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Targets pages 2-3, before order of service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thumbnail-generator.ts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  Sharp: composite text SVG onto template image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│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youtube-broadcast.ts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YouTube Data API v3: insert broadcast, stream, bind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Upload custom thumbnail, return stream key + URL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MCP Database Server  —  Client SQL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mcp-servers/database  ·  Express + MCP SDK  ·  Azure App Service  ·  7 SQL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Purpose: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Provides AI-friendly SQL access to client database systems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Uses the Model Context Protocol (MCP) for tool registration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Architecture: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Express HTTP server (port 3100)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Reads connection configs from SYSTEMS_CONFIG_PATH JSON file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No dependency on the control plane PostgreSQL database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Pool manager: factory pattern for mssql/tedious connections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Credentials stored plaintext in JSON (Azure handles secrets)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Query validator: SQL keyword blocklist (write protection)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Audit logger: structured JSON to stdout (Pino)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Extensibility: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Add new DB engine: update DbEngine enum, add buildXxxConfig()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Supported: MSSQL, Azure SQL MI, PostgreSQL, MySQL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  <a:latin typeface="Calibri"/>
              </a:rPr>
              <a:t>  •  Connection pool per system, lazy initialisation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2286000"/>
            <a:ext cx="5303520" cy="508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MCP Tools (7)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743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list_systems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List all active client database systems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run_query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Execute read-only SQL (SELECT/WITH only, max 10K rows)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inspect_schema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List tables or inspect columns/constraints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list_indexes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Index details + optional usage statistics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get_blocking_tree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Current blocking chains with SQL text + wait info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get_wait_stats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Top N wait statistics (filters benign waits)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get_database_health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DB sizes, backup status, VLFs, CPU, memory, I/O latency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Provider  —  Dual-LLM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packages/ai-provider  ·  AIRouter class  ·  Ollama (local) vs Claude (API)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530352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30352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Local LLM  —  Ollama (Mac mini)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Fast, cost-free inference for lightweight tasks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Model: llama3.1:8b (configurable)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Runs on siiriaplex Mac mini via Tailscale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Tasks routed to local: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TRIAGE            Set priority, extract entities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CATEGORIZE        Classify into TicketCategory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SUMMARIZE         Summarize email threads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DRAFT_EMAIL       Generate draft responses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EXTRACT_FACTS     Structured data from text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SUMMARIZE_TICKET  Ticket summary generation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SUGGEST_NEXT_STEPS  Workflow suggestions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CLASSIFY_INTENT   Approval / rejection detection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SUMMARIZE_LOGS    Summarize log entries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ANALYZE_WORK_ITEM DevOps issue analysis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DRAFT_COMMENT     Compose DevOps comments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GENERATE_PLAN     Structured execution plans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GENERATE_TITLE    Generate ticket titles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CLASSIFY_EMAIL    Classify email intent/type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30352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30352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Claude API  —  Deep Reasoning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4320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Heavy analysis requiring strong reasoning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Model: claude-sonnet-4-5 (configurable per service)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Tasks routed to Claude: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ANALYZE_QUERY       Query plan analysis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GENERATE_SQL        SQL generation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REVIEW_CODE         Code review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DEEP_ANALYSIS       General deep analysis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BUG_ANALYSIS        Cross-stack investigation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ARCHITECTURE_REVIEW Architecture decisions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SCHEMA_REVIEW       Schema change review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FEATURE_ANALYSIS    Feature breakdown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RESOLVE_ISSUE       Code generation for fixes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CHANGE_CODEBASE_SMALL  Small code changes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CHANGE_CODEBASE_LARGE  Large code changes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Routing logic: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if LOCAL_TASKS.has(taskType) → Ollama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else → Claude (throws if key not configured)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Infrastructure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Hugo VM  ·  Azure App Service  ·  Mac mini  ·  Docker Compose  ·  GitHub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3657600" cy="22860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365760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9CF5"/>
                </a:solidFill>
                <a:latin typeface="Calibri"/>
              </a:defRPr>
            </a:pPr>
            <a:r>
              <a:t>Hugo VM  (Ubuntu 24.04 LTS on ESXi NUC)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Runs all core services via Docker Compose: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copilot-api (Fastify, port 3000)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imap-worker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devops-worker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issue-resolver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youtube-scheduler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PostgreSQL 16, Redis 7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Caddy (reverse proxy, Tailscale TLS)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3657600" cy="22860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2286000"/>
            <a:ext cx="3657600" cy="50800"/>
          </a:xfrm>
          <a:prstGeom prst="rect">
            <a:avLst/>
          </a:prstGeom>
          <a:solidFill>
            <a:srgbClr val="4EC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B0"/>
                </a:solidFill>
                <a:latin typeface="Calibri"/>
              </a:defRPr>
            </a:pPr>
            <a:r>
              <a:t>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743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MCP Database Server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Azure App Service (ZIP deploy via publish profile)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Same vnet as client SQL MIs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Reads config from SYSTEMS_CONFIG_PATH JSON file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Client SQL Managed Instances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SQL auth credentials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Connected via MCP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57600" cy="22860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286000"/>
            <a:ext cx="365760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38BFA"/>
                </a:solidFill>
                <a:latin typeface="Calibri"/>
              </a:defRPr>
            </a:pPr>
            <a:r>
              <a:t>Mac mini  (siiriaplex)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4320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Runs Ollama for local LLM inference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llama3.1:8b model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Accessible via Tailscale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• Default: http://100.87.188.66:11434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Cost-free AI for triage/classify tasks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Keeps latency low for high-volume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46320"/>
            <a:ext cx="365760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846320"/>
            <a:ext cx="36576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E4A"/>
                </a:solidFill>
                <a:latin typeface="Calibri"/>
              </a:defRPr>
            </a:pPr>
            <a:r>
              <a:t>CI  —  ci.yml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3035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Triggers: pushes + PRs to master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Auto-syncs pnpm-lock.yaml on PRs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Runs: typecheck + build (--frozen-lockfile)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846320"/>
            <a:ext cx="365760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4846320"/>
            <a:ext cx="36576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E4A"/>
                </a:solidFill>
                <a:latin typeface="Calibri"/>
              </a:defRPr>
            </a:pPr>
            <a:r>
              <a:t>Deploy Hugo  —  deploy-hugo.yml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3035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Builds images → pushes to GHCR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SSHs to Hugo VM via Tailscale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docker compose pull + up -d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846320"/>
            <a:ext cx="3657600" cy="164592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4846320"/>
            <a:ext cx="365760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937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9E4A"/>
                </a:solidFill>
                <a:latin typeface="Calibri"/>
              </a:defRPr>
            </a:pPr>
            <a:r>
              <a:t>Deploy MCP  —  deploy-mcp.yml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30352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Builds MCP database server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ZIP deploy to Azure App Service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Uses publish profile for auth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Ticket Lifecycle  — 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From ingestion through AI triage to resolution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11612880" cy="4114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1161288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How a Ticket Flows Through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11338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INGESTION                    AI TRIAGE                   WORK                        RESOLUTION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Email lands in mailbox       Ollama: TRIAGE task         Operator reviews ticket     Manual resolution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                          │  Set priority             via control panel            │  Operator works the issue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▼                            │  Extract key entities         │                          │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imap-worker picks it up      │                              ▼                         OR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Parse + dedup            Ollama: CATEGORIZE task      Assign to system             │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Thread or create ticket   │  DATABASE_PERF?              │                          ▼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▼                            │  BUG_FIX?                    ▼                        Auto resolution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                             │  FEATURE_REQUEST?          Claude: DEEP_ANALYSIS         │  issue-resolver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Azure DevOps work item       │  CODE_REVIEW?                │  or BUG_ANALYSIS           │  Claude generates code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                          │  ARCHITECTURE?               │  or REVIEW_CODE            │  Commits + pushes branch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▼                            ▼                              ▼                            ▼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devops-worker syncs it       Category + Priority set     AI recommendations          CODE_CHANGE event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AI conversation                                       posted as ticket events      PR ready for review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Plan → Approve → Execute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Manual / API / Scheduled     Ollama: SUMMARIZE           Ticket status:              Ticket → RESOLVED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CCCCCC"/>
                </a:solidFill>
                <a:latin typeface="Calibri"/>
              </a:rPr>
              <a:t>    │  POST /api/tickets         Generate ticket summary     OPEN → IN_PROGRESS → RESOLVED → CLOSED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Key Conventions &amp;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  <a:latin typeface="Calibri"/>
              </a:defRPr>
            </a:pPr>
            <a:r>
              <a:t>What every developer needs to know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566928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5669280" cy="50800"/>
          </a:xfrm>
          <a:prstGeom prst="rect">
            <a:avLst/>
          </a:prstGeom>
          <a:solidFill>
            <a:srgbClr val="589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9CF5"/>
                </a:solidFill>
                <a:latin typeface="Calibri"/>
              </a:defRPr>
            </a:pPr>
            <a:r>
              <a:t>TypeScript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ESM throughout — use .js extensions in relative imports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const object + type pattern for enums (no TS enums)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export const Foo = { A: 'A', B: 'B' } as const;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    export type Foo = (typeof Foo)[keyof typeof Foo];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Zod for all config validation via loadConfig(schema)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Use z.output&lt;typeof schema&gt; (not z.infer) with .default()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286000"/>
            <a:ext cx="5669280" cy="182880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86000"/>
            <a:ext cx="5669280" cy="50800"/>
          </a:xfrm>
          <a:prstGeom prst="rect">
            <a:avLst/>
          </a:prstGeom>
          <a:solidFill>
            <a:srgbClr val="6BCB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CB77"/>
                </a:solidFill>
                <a:latin typeface="Calibri"/>
              </a:defRPr>
            </a:pPr>
            <a:r>
              <a:t>Logging &amp;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74320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Pino logging via createLogger(name) → stderr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AppLogger: structured logs written to Postgres app_logs table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AI token usage logging: provider, model, tokens, duration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Query audit: every SQL query logged with hash, caller, duration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389120"/>
            <a:ext cx="5669280" cy="21945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4389120"/>
            <a:ext cx="5669280" cy="50800"/>
          </a:xfrm>
          <a:prstGeom prst="rect">
            <a:avLst/>
          </a:prstGeom>
          <a:solidFill>
            <a:srgbClr val="B3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4480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38BFA"/>
                </a:solidFill>
                <a:latin typeface="Calibri"/>
              </a:defRPr>
            </a:pPr>
            <a:r>
              <a:t>Database &amp; Prisma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8463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Prisma ORM for control plane PostgreSQL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Prisma enum values must match shared-types exactly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All models use @map for snake_case DB column names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Soft-delete pattern: isActive flag on major entities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Dedup: unique constraints + hash-based idempotency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MCP server: independent (local JSON config, no control plane DB dependency)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669280" cy="2194560"/>
          </a:xfrm>
          <a:prstGeom prst="roundRect">
            <a:avLst/>
          </a:prstGeom>
          <a:solidFill>
            <a:srgbClr val="28283C"/>
          </a:solidFill>
          <a:ln w="12700">
            <a:solidFill>
              <a:srgbClr val="4040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389120"/>
            <a:ext cx="5669280" cy="50800"/>
          </a:xfrm>
          <a:prstGeom prst="rect">
            <a:avLst/>
          </a:prstGeom>
          <a:solidFill>
            <a:srgbClr val="F0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4805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E4A"/>
                </a:solidFill>
                <a:latin typeface="Calibri"/>
              </a:defRPr>
            </a:pPr>
            <a:r>
              <a:t>Development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4632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pnpm install  →  pnpm build  →  pnpm typecheck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Lockfile discipline: always update pnpm-lock.yaml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CI: --frozen-lockfile (will fail on out-of-sync lockfile)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Node &gt;= 20, pnpm &gt;= 9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Branch safety: never push to main/master/develop/release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CCCCCC"/>
                </a:solidFill>
                <a:latin typeface="Calibri"/>
              </a:rPr>
              <a:t>Issue resolver branches: {prefix}/{slug} format enforced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Monorepo (pnpm workspaces): 4 shared packages, 7 services, 1 MCP server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copilot-api — central Fastify REST API, the hub that everything connects to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imap-worker — email → tickets with threading, dedup, and AI triage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devops-worker — Azure DevOps sync with full conversational AI workflow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issue-resolver — Claude-powered automated code fixes pushed to feature branches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youtube-scheduler — automated worship live stream scheduling via Google APIs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MCP database server — AI-friendly SQL access to client databases (Azure)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Dual AI: Ollama (fast/free local) for triage, Claude (API) for deep analysis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PostgreSQL (Prisma) for control plane, Redis + BullMQ for job queues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Docker Compose on Hugo VM, MCP in Azure App Service, Ollama on Mac mini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CCCCCC"/>
                </a:solidFill>
                <a:latin typeface="Calibri"/>
              </a:rPr>
              <a:t>•  CI/CD via GitHub Actions: typecheck, build, deploy to GHCR +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